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Internal Linking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Site: nmgtechnologies.com</a:t>
            </a:r>
          </a:p>
          <a:p>
            <a:r>
              <a:t>Pages Crawled: 221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Indexable Pages: 201</a:t>
            </a:r>
          </a:p>
          <a:p>
            <a:r>
              <a:t>Internal Links: 12420</a:t>
            </a:r>
          </a:p>
          <a:p>
            <a:r>
              <a:t>Orphan Pages: 0</a:t>
            </a:r>
          </a:p>
          <a:p>
            <a:r>
              <a:t>Broken Internal Links: 73</a:t>
            </a:r>
          </a:p>
          <a:p>
            <a:r>
              <a:t>Topical Clusters: 13</a:t>
            </a:r>
          </a:p>
          <a:p>
            <a:r>
              <a:t>Link Recommendations: 141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Link Recommendations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Suggested Anchor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https://nmgtechnologies.com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om/success-stories/competiscan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 outsource software, web &amp; mobile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https://nmgtechnologies.com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success-stories/wealth-concert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 outsource software, web &amp; mobile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https://nmgtechnologies.com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tories/international-insurance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 outsource software, web &amp; mobile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https://nmgtechnologies.com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logies.com/success-stories/acs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 outsource software, web &amp; mobile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https://nmgtechnologies.com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logies.com/success-stories/yew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 outsource software, web &amp; mobile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